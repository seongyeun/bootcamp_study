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3" r:id="rId4"/>
    <p:sldId id="264" r:id="rId5"/>
    <p:sldId id="262" r:id="rId6"/>
    <p:sldId id="265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90563B-FE54-462B-8A10-05C2E600660F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8DA85E3-07C3-4A26-9799-A00A7858ED17}">
      <dgm:prSet phldrT="[텍스트]" custT="1"/>
      <dgm:spPr/>
      <dgm:t>
        <a:bodyPr/>
        <a:lstStyle/>
        <a:p>
          <a:pPr latinLnBrk="1"/>
          <a:r>
            <a:rPr lang="en-US" altLang="ko-KR" sz="1400" dirty="0"/>
            <a:t>Hour</a:t>
          </a:r>
          <a:endParaRPr lang="ko-KR" altLang="en-US" sz="1400" dirty="0"/>
        </a:p>
      </dgm:t>
    </dgm:pt>
    <dgm:pt modelId="{D8D9BB5B-E1C1-4E8B-A94D-75109098689B}" type="parTrans" cxnId="{B239D72F-A59B-451B-94EC-6477D3AFBE12}">
      <dgm:prSet/>
      <dgm:spPr/>
      <dgm:t>
        <a:bodyPr/>
        <a:lstStyle/>
        <a:p>
          <a:pPr latinLnBrk="1"/>
          <a:endParaRPr lang="ko-KR" altLang="en-US" sz="2400"/>
        </a:p>
      </dgm:t>
    </dgm:pt>
    <dgm:pt modelId="{592E75E8-5574-4C31-8F86-EADA4AA1440A}" type="sibTrans" cxnId="{B239D72F-A59B-451B-94EC-6477D3AFBE12}">
      <dgm:prSet/>
      <dgm:spPr/>
      <dgm:t>
        <a:bodyPr/>
        <a:lstStyle/>
        <a:p>
          <a:pPr latinLnBrk="1"/>
          <a:endParaRPr lang="ko-KR" altLang="en-US" sz="2400"/>
        </a:p>
      </dgm:t>
    </dgm:pt>
    <dgm:pt modelId="{093CA3EE-311B-415B-BE1B-890006E84817}">
      <dgm:prSet phldrT="[텍스트]" custT="1"/>
      <dgm:spPr/>
      <dgm:t>
        <a:bodyPr/>
        <a:lstStyle/>
        <a:p>
          <a:pPr latinLnBrk="1"/>
          <a:r>
            <a:rPr lang="ko-KR" altLang="en-US" sz="1400" dirty="0"/>
            <a:t>기온</a:t>
          </a:r>
        </a:p>
      </dgm:t>
    </dgm:pt>
    <dgm:pt modelId="{5DCB2D12-3A1B-4606-B3BC-53904551A208}" type="parTrans" cxnId="{5E5EBD3C-4837-4F37-8CB9-CEEFAA4E89ED}">
      <dgm:prSet/>
      <dgm:spPr/>
      <dgm:t>
        <a:bodyPr/>
        <a:lstStyle/>
        <a:p>
          <a:pPr latinLnBrk="1"/>
          <a:endParaRPr lang="ko-KR" altLang="en-US" sz="2400"/>
        </a:p>
      </dgm:t>
    </dgm:pt>
    <dgm:pt modelId="{5C44A85F-C467-49AF-AB4D-AB0590938A3B}" type="sibTrans" cxnId="{5E5EBD3C-4837-4F37-8CB9-CEEFAA4E89ED}">
      <dgm:prSet/>
      <dgm:spPr/>
      <dgm:t>
        <a:bodyPr/>
        <a:lstStyle/>
        <a:p>
          <a:pPr latinLnBrk="1"/>
          <a:endParaRPr lang="ko-KR" altLang="en-US" sz="2400"/>
        </a:p>
      </dgm:t>
    </dgm:pt>
    <dgm:pt modelId="{5C131F95-460B-4D3F-BD14-079A650D12E2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일사량</a:t>
          </a:r>
        </a:p>
      </dgm:t>
    </dgm:pt>
    <dgm:pt modelId="{388F5621-5BC2-41D0-8ED9-E3B809840707}" type="parTrans" cxnId="{F351486E-466F-491B-B981-203C54CE74FA}">
      <dgm:prSet/>
      <dgm:spPr/>
      <dgm:t>
        <a:bodyPr/>
        <a:lstStyle/>
        <a:p>
          <a:pPr latinLnBrk="1"/>
          <a:endParaRPr lang="ko-KR" altLang="en-US" sz="2400"/>
        </a:p>
      </dgm:t>
    </dgm:pt>
    <dgm:pt modelId="{9FBA3DB2-E09C-4BE4-8FFB-46ED759203F3}" type="sibTrans" cxnId="{F351486E-466F-491B-B981-203C54CE74FA}">
      <dgm:prSet/>
      <dgm:spPr/>
      <dgm:t>
        <a:bodyPr/>
        <a:lstStyle/>
        <a:p>
          <a:pPr latinLnBrk="1"/>
          <a:endParaRPr lang="ko-KR" altLang="en-US" sz="2400"/>
        </a:p>
      </dgm:t>
    </dgm:pt>
    <dgm:pt modelId="{9CC6C5C6-C221-443B-B6A5-56BB3571F826}">
      <dgm:prSet phldrT="[텍스트]" custT="1"/>
      <dgm:spPr/>
      <dgm:t>
        <a:bodyPr/>
        <a:lstStyle/>
        <a:p>
          <a:pPr latinLnBrk="1"/>
          <a:r>
            <a:rPr lang="ko-KR" altLang="en-US" sz="1200" dirty="0"/>
            <a:t>발전 수요량</a:t>
          </a:r>
          <a:br>
            <a:rPr lang="en-US" altLang="ko-KR" sz="1200" dirty="0"/>
          </a:br>
          <a:r>
            <a:rPr lang="ko-KR" altLang="en-US" sz="1200" dirty="0"/>
            <a:t>평균</a:t>
          </a:r>
        </a:p>
      </dgm:t>
    </dgm:pt>
    <dgm:pt modelId="{AC4F53BE-7D56-42D8-98AE-27F528884B68}" type="parTrans" cxnId="{9B0CEFFE-DE02-43F4-8DED-BB365E2AE698}">
      <dgm:prSet/>
      <dgm:spPr/>
      <dgm:t>
        <a:bodyPr/>
        <a:lstStyle/>
        <a:p>
          <a:pPr latinLnBrk="1"/>
          <a:endParaRPr lang="ko-KR" altLang="en-US" sz="2400"/>
        </a:p>
      </dgm:t>
    </dgm:pt>
    <dgm:pt modelId="{AFDF68E4-4A0E-41DC-BF33-6DAA98ADDEE9}" type="sibTrans" cxnId="{9B0CEFFE-DE02-43F4-8DED-BB365E2AE698}">
      <dgm:prSet/>
      <dgm:spPr/>
      <dgm:t>
        <a:bodyPr/>
        <a:lstStyle/>
        <a:p>
          <a:pPr latinLnBrk="1"/>
          <a:endParaRPr lang="ko-KR" altLang="en-US" sz="2400"/>
        </a:p>
      </dgm:t>
    </dgm:pt>
    <dgm:pt modelId="{777B6192-BC59-4320-9594-25C9B7B6127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휴일여부</a:t>
          </a:r>
        </a:p>
      </dgm:t>
    </dgm:pt>
    <dgm:pt modelId="{E5C25246-AEF7-487A-BE44-008BE1CC7776}" type="parTrans" cxnId="{90A49DAE-D4C8-4469-9DFE-D06CFC49BA6A}">
      <dgm:prSet/>
      <dgm:spPr/>
      <dgm:t>
        <a:bodyPr/>
        <a:lstStyle/>
        <a:p>
          <a:pPr latinLnBrk="1"/>
          <a:endParaRPr lang="ko-KR" altLang="en-US" sz="2400"/>
        </a:p>
      </dgm:t>
    </dgm:pt>
    <dgm:pt modelId="{241E577C-E6DA-45FE-B122-88953E356CA0}" type="sibTrans" cxnId="{90A49DAE-D4C8-4469-9DFE-D06CFC49BA6A}">
      <dgm:prSet/>
      <dgm:spPr/>
      <dgm:t>
        <a:bodyPr/>
        <a:lstStyle/>
        <a:p>
          <a:pPr latinLnBrk="1"/>
          <a:endParaRPr lang="ko-KR" altLang="en-US" sz="2400"/>
        </a:p>
      </dgm:t>
    </dgm:pt>
    <dgm:pt modelId="{C9130BE9-451F-472C-B5C0-E6E9B7FE8991}">
      <dgm:prSet phldrT="[텍스트]" custT="1"/>
      <dgm:spPr/>
      <dgm:t>
        <a:bodyPr/>
        <a:lstStyle/>
        <a:p>
          <a:pPr latinLnBrk="1"/>
          <a:r>
            <a:rPr lang="ko-KR" altLang="en-US" sz="1400" dirty="0"/>
            <a:t>기간</a:t>
          </a:r>
        </a:p>
      </dgm:t>
    </dgm:pt>
    <dgm:pt modelId="{ECDD6845-9A00-4685-BBD9-11DC36C995FA}" type="parTrans" cxnId="{6CD07D43-2ABC-4944-96EA-15D9D4417C14}">
      <dgm:prSet/>
      <dgm:spPr/>
      <dgm:t>
        <a:bodyPr/>
        <a:lstStyle/>
        <a:p>
          <a:pPr latinLnBrk="1"/>
          <a:endParaRPr lang="ko-KR" altLang="en-US"/>
        </a:p>
      </dgm:t>
    </dgm:pt>
    <dgm:pt modelId="{0CCE5A01-E0FF-4E61-A7CB-1A848BFBE46B}" type="sibTrans" cxnId="{6CD07D43-2ABC-4944-96EA-15D9D4417C14}">
      <dgm:prSet/>
      <dgm:spPr/>
      <dgm:t>
        <a:bodyPr/>
        <a:lstStyle/>
        <a:p>
          <a:pPr latinLnBrk="1"/>
          <a:endParaRPr lang="ko-KR" altLang="en-US"/>
        </a:p>
      </dgm:t>
    </dgm:pt>
    <dgm:pt modelId="{F28AFDC4-42A5-45A2-B56A-34B8DE7C79D6}" type="pres">
      <dgm:prSet presAssocID="{9A90563B-FE54-462B-8A10-05C2E600660F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6DA835E5-0ECA-4835-8BB8-13F34FB83C10}" type="pres">
      <dgm:prSet presAssocID="{88DA85E3-07C3-4A26-9799-A00A7858ED17}" presName="Accent1" presStyleCnt="0"/>
      <dgm:spPr/>
    </dgm:pt>
    <dgm:pt modelId="{7C569553-F4FE-4F67-BC98-067F6F64C653}" type="pres">
      <dgm:prSet presAssocID="{88DA85E3-07C3-4A26-9799-A00A7858ED17}" presName="Accent" presStyleLbl="node1" presStyleIdx="0" presStyleCnt="6"/>
      <dgm:spPr>
        <a:solidFill>
          <a:schemeClr val="accent4">
            <a:lumMod val="20000"/>
            <a:lumOff val="80000"/>
          </a:schemeClr>
        </a:solidFill>
      </dgm:spPr>
    </dgm:pt>
    <dgm:pt modelId="{8D2FC8BF-4F7A-46F5-BEF8-F64A9AB3240F}" type="pres">
      <dgm:prSet presAssocID="{88DA85E3-07C3-4A26-9799-A00A7858ED17}" presName="Parent1" presStyleLbl="revTx" presStyleIdx="0" presStyleCnt="6">
        <dgm:presLayoutVars>
          <dgm:chMax val="1"/>
          <dgm:chPref val="1"/>
          <dgm:bulletEnabled val="1"/>
        </dgm:presLayoutVars>
      </dgm:prSet>
      <dgm:spPr/>
    </dgm:pt>
    <dgm:pt modelId="{108FFDAE-852A-4B5D-AFD7-ABE88848E8BA}" type="pres">
      <dgm:prSet presAssocID="{C9130BE9-451F-472C-B5C0-E6E9B7FE8991}" presName="Accent2" presStyleCnt="0"/>
      <dgm:spPr/>
    </dgm:pt>
    <dgm:pt modelId="{4042FEE2-05ED-4847-A167-95C1C4BCF429}" type="pres">
      <dgm:prSet presAssocID="{C9130BE9-451F-472C-B5C0-E6E9B7FE8991}" presName="Accent" presStyleLbl="node1" presStyleIdx="1" presStyleCnt="6"/>
      <dgm:spPr>
        <a:solidFill>
          <a:schemeClr val="accent4">
            <a:lumMod val="40000"/>
            <a:lumOff val="60000"/>
          </a:schemeClr>
        </a:solidFill>
      </dgm:spPr>
    </dgm:pt>
    <dgm:pt modelId="{81AB37AF-F97A-41ED-AB6E-AAE5720F2995}" type="pres">
      <dgm:prSet presAssocID="{C9130BE9-451F-472C-B5C0-E6E9B7FE8991}" presName="Parent2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00E6AD16-DB87-438B-97D4-7DBC4655068D}" type="pres">
      <dgm:prSet presAssocID="{093CA3EE-311B-415B-BE1B-890006E84817}" presName="Accent3" presStyleCnt="0"/>
      <dgm:spPr/>
    </dgm:pt>
    <dgm:pt modelId="{18220484-AF07-4D86-B638-23A72EB62D9C}" type="pres">
      <dgm:prSet presAssocID="{093CA3EE-311B-415B-BE1B-890006E84817}" presName="Accent" presStyleLbl="node1" presStyleIdx="2" presStyleCnt="6"/>
      <dgm:spPr>
        <a:solidFill>
          <a:schemeClr val="accent4">
            <a:lumMod val="60000"/>
            <a:lumOff val="40000"/>
          </a:schemeClr>
        </a:solidFill>
      </dgm:spPr>
    </dgm:pt>
    <dgm:pt modelId="{54E24914-26B3-4162-AF65-C3999A975D2E}" type="pres">
      <dgm:prSet presAssocID="{093CA3EE-311B-415B-BE1B-890006E84817}" presName="Parent3" presStyleLbl="revTx" presStyleIdx="2" presStyleCnt="6">
        <dgm:presLayoutVars>
          <dgm:chMax val="1"/>
          <dgm:chPref val="1"/>
          <dgm:bulletEnabled val="1"/>
        </dgm:presLayoutVars>
      </dgm:prSet>
      <dgm:spPr/>
    </dgm:pt>
    <dgm:pt modelId="{87C56569-3661-4434-B697-A68AC59DC0BF}" type="pres">
      <dgm:prSet presAssocID="{5C131F95-460B-4D3F-BD14-079A650D12E2}" presName="Accent4" presStyleCnt="0"/>
      <dgm:spPr/>
    </dgm:pt>
    <dgm:pt modelId="{A75DBF75-6DCB-4794-9254-0CD857053D1D}" type="pres">
      <dgm:prSet presAssocID="{5C131F95-460B-4D3F-BD14-079A650D12E2}" presName="Accent" presStyleLbl="node1" presStyleIdx="3" presStyleCnt="6"/>
      <dgm:spPr>
        <a:solidFill>
          <a:schemeClr val="accent4">
            <a:lumMod val="75000"/>
          </a:schemeClr>
        </a:solidFill>
      </dgm:spPr>
    </dgm:pt>
    <dgm:pt modelId="{498416CF-ECF2-4EB8-9456-4790DD660E2C}" type="pres">
      <dgm:prSet presAssocID="{5C131F95-460B-4D3F-BD14-079A650D12E2}" presName="Parent4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ADAC112F-0FDB-46B0-8CBE-3E9C2529AC45}" type="pres">
      <dgm:prSet presAssocID="{777B6192-BC59-4320-9594-25C9B7B6127C}" presName="Accent5" presStyleCnt="0"/>
      <dgm:spPr/>
    </dgm:pt>
    <dgm:pt modelId="{EA6FA78D-DCCB-4704-9E75-36951C4F5D45}" type="pres">
      <dgm:prSet presAssocID="{777B6192-BC59-4320-9594-25C9B7B6127C}" presName="Accent" presStyleLbl="node1" presStyleIdx="4" presStyleCnt="6"/>
      <dgm:spPr>
        <a:solidFill>
          <a:schemeClr val="accent4">
            <a:lumMod val="50000"/>
          </a:schemeClr>
        </a:solidFill>
      </dgm:spPr>
    </dgm:pt>
    <dgm:pt modelId="{E8867D5B-4A20-43D5-A374-888A58308725}" type="pres">
      <dgm:prSet presAssocID="{777B6192-BC59-4320-9594-25C9B7B6127C}" presName="Parent5" presStyleLbl="revTx" presStyleIdx="4" presStyleCnt="6">
        <dgm:presLayoutVars>
          <dgm:chMax val="1"/>
          <dgm:chPref val="1"/>
          <dgm:bulletEnabled val="1"/>
        </dgm:presLayoutVars>
      </dgm:prSet>
      <dgm:spPr/>
    </dgm:pt>
    <dgm:pt modelId="{DDC7DC46-F98A-49A6-82AF-C8801F022910}" type="pres">
      <dgm:prSet presAssocID="{9CC6C5C6-C221-443B-B6A5-56BB3571F826}" presName="Accent6" presStyleCnt="0"/>
      <dgm:spPr/>
    </dgm:pt>
    <dgm:pt modelId="{129D0E3B-0468-4035-A984-B1FD9655E290}" type="pres">
      <dgm:prSet presAssocID="{9CC6C5C6-C221-443B-B6A5-56BB3571F826}" presName="Accent" presStyleLbl="node1" presStyleIdx="5" presStyleCnt="6"/>
      <dgm:spPr>
        <a:solidFill>
          <a:srgbClr val="FFC000"/>
        </a:solidFill>
      </dgm:spPr>
    </dgm:pt>
    <dgm:pt modelId="{6DE71062-30A4-4E83-A6A5-623209B4AA4D}" type="pres">
      <dgm:prSet presAssocID="{9CC6C5C6-C221-443B-B6A5-56BB3571F826}" presName="Parent6" presStyleLbl="revTx" presStyleIdx="5" presStyleCnt="6" custScaleX="120006">
        <dgm:presLayoutVars>
          <dgm:chMax val="1"/>
          <dgm:chPref val="1"/>
          <dgm:bulletEnabled val="1"/>
        </dgm:presLayoutVars>
      </dgm:prSet>
      <dgm:spPr/>
    </dgm:pt>
  </dgm:ptLst>
  <dgm:cxnLst>
    <dgm:cxn modelId="{00C2120D-E816-4325-A513-04A171B2EE4C}" type="presOf" srcId="{093CA3EE-311B-415B-BE1B-890006E84817}" destId="{54E24914-26B3-4162-AF65-C3999A975D2E}" srcOrd="0" destOrd="0" presId="urn:microsoft.com/office/officeart/2009/layout/CircleArrowProcess"/>
    <dgm:cxn modelId="{B239D72F-A59B-451B-94EC-6477D3AFBE12}" srcId="{9A90563B-FE54-462B-8A10-05C2E600660F}" destId="{88DA85E3-07C3-4A26-9799-A00A7858ED17}" srcOrd="0" destOrd="0" parTransId="{D8D9BB5B-E1C1-4E8B-A94D-75109098689B}" sibTransId="{592E75E8-5574-4C31-8F86-EADA4AA1440A}"/>
    <dgm:cxn modelId="{5E5EBD3C-4837-4F37-8CB9-CEEFAA4E89ED}" srcId="{9A90563B-FE54-462B-8A10-05C2E600660F}" destId="{093CA3EE-311B-415B-BE1B-890006E84817}" srcOrd="2" destOrd="0" parTransId="{5DCB2D12-3A1B-4606-B3BC-53904551A208}" sibTransId="{5C44A85F-C467-49AF-AB4D-AB0590938A3B}"/>
    <dgm:cxn modelId="{32E1533F-C5F5-485C-8688-7A606CCF9E4F}" type="presOf" srcId="{777B6192-BC59-4320-9594-25C9B7B6127C}" destId="{E8867D5B-4A20-43D5-A374-888A58308725}" srcOrd="0" destOrd="0" presId="urn:microsoft.com/office/officeart/2009/layout/CircleArrowProcess"/>
    <dgm:cxn modelId="{6CD07D43-2ABC-4944-96EA-15D9D4417C14}" srcId="{9A90563B-FE54-462B-8A10-05C2E600660F}" destId="{C9130BE9-451F-472C-B5C0-E6E9B7FE8991}" srcOrd="1" destOrd="0" parTransId="{ECDD6845-9A00-4685-BBD9-11DC36C995FA}" sibTransId="{0CCE5A01-E0FF-4E61-A7CB-1A848BFBE46B}"/>
    <dgm:cxn modelId="{47B59A64-7429-4F82-8737-0CDEAA1900A3}" type="presOf" srcId="{9CC6C5C6-C221-443B-B6A5-56BB3571F826}" destId="{6DE71062-30A4-4E83-A6A5-623209B4AA4D}" srcOrd="0" destOrd="0" presId="urn:microsoft.com/office/officeart/2009/layout/CircleArrowProcess"/>
    <dgm:cxn modelId="{F351486E-466F-491B-B981-203C54CE74FA}" srcId="{9A90563B-FE54-462B-8A10-05C2E600660F}" destId="{5C131F95-460B-4D3F-BD14-079A650D12E2}" srcOrd="3" destOrd="0" parTransId="{388F5621-5BC2-41D0-8ED9-E3B809840707}" sibTransId="{9FBA3DB2-E09C-4BE4-8FFB-46ED759203F3}"/>
    <dgm:cxn modelId="{BE1BE655-6DA4-48D9-AB0B-6E6D15253DC6}" type="presOf" srcId="{9A90563B-FE54-462B-8A10-05C2E600660F}" destId="{F28AFDC4-42A5-45A2-B56A-34B8DE7C79D6}" srcOrd="0" destOrd="0" presId="urn:microsoft.com/office/officeart/2009/layout/CircleArrowProcess"/>
    <dgm:cxn modelId="{90A49DAE-D4C8-4469-9DFE-D06CFC49BA6A}" srcId="{9A90563B-FE54-462B-8A10-05C2E600660F}" destId="{777B6192-BC59-4320-9594-25C9B7B6127C}" srcOrd="4" destOrd="0" parTransId="{E5C25246-AEF7-487A-BE44-008BE1CC7776}" sibTransId="{241E577C-E6DA-45FE-B122-88953E356CA0}"/>
    <dgm:cxn modelId="{7F79CFCA-59B4-4D6D-B594-B83513E9C6FC}" type="presOf" srcId="{88DA85E3-07C3-4A26-9799-A00A7858ED17}" destId="{8D2FC8BF-4F7A-46F5-BEF8-F64A9AB3240F}" srcOrd="0" destOrd="0" presId="urn:microsoft.com/office/officeart/2009/layout/CircleArrowProcess"/>
    <dgm:cxn modelId="{CB2237F5-AC30-477D-84CA-A675A96D7C62}" type="presOf" srcId="{C9130BE9-451F-472C-B5C0-E6E9B7FE8991}" destId="{81AB37AF-F97A-41ED-AB6E-AAE5720F2995}" srcOrd="0" destOrd="0" presId="urn:microsoft.com/office/officeart/2009/layout/CircleArrowProcess"/>
    <dgm:cxn modelId="{EB9743F9-3394-43C0-9592-7CD9CAAFFE9B}" type="presOf" srcId="{5C131F95-460B-4D3F-BD14-079A650D12E2}" destId="{498416CF-ECF2-4EB8-9456-4790DD660E2C}" srcOrd="0" destOrd="0" presId="urn:microsoft.com/office/officeart/2009/layout/CircleArrowProcess"/>
    <dgm:cxn modelId="{9B0CEFFE-DE02-43F4-8DED-BB365E2AE698}" srcId="{9A90563B-FE54-462B-8A10-05C2E600660F}" destId="{9CC6C5C6-C221-443B-B6A5-56BB3571F826}" srcOrd="5" destOrd="0" parTransId="{AC4F53BE-7D56-42D8-98AE-27F528884B68}" sibTransId="{AFDF68E4-4A0E-41DC-BF33-6DAA98ADDEE9}"/>
    <dgm:cxn modelId="{DC73D0B6-87CA-4C83-A9F2-4618928F788C}" type="presParOf" srcId="{F28AFDC4-42A5-45A2-B56A-34B8DE7C79D6}" destId="{6DA835E5-0ECA-4835-8BB8-13F34FB83C10}" srcOrd="0" destOrd="0" presId="urn:microsoft.com/office/officeart/2009/layout/CircleArrowProcess"/>
    <dgm:cxn modelId="{5BC97003-1E28-481A-AACD-40630CCABFAE}" type="presParOf" srcId="{6DA835E5-0ECA-4835-8BB8-13F34FB83C10}" destId="{7C569553-F4FE-4F67-BC98-067F6F64C653}" srcOrd="0" destOrd="0" presId="urn:microsoft.com/office/officeart/2009/layout/CircleArrowProcess"/>
    <dgm:cxn modelId="{7C30F85E-177F-4AF2-9426-91B3B4EF4241}" type="presParOf" srcId="{F28AFDC4-42A5-45A2-B56A-34B8DE7C79D6}" destId="{8D2FC8BF-4F7A-46F5-BEF8-F64A9AB3240F}" srcOrd="1" destOrd="0" presId="urn:microsoft.com/office/officeart/2009/layout/CircleArrowProcess"/>
    <dgm:cxn modelId="{01F282D6-2631-463E-88DD-072A866FAC7C}" type="presParOf" srcId="{F28AFDC4-42A5-45A2-B56A-34B8DE7C79D6}" destId="{108FFDAE-852A-4B5D-AFD7-ABE88848E8BA}" srcOrd="2" destOrd="0" presId="urn:microsoft.com/office/officeart/2009/layout/CircleArrowProcess"/>
    <dgm:cxn modelId="{B99DEAD6-DBE0-4C3D-A6B4-2405466900BC}" type="presParOf" srcId="{108FFDAE-852A-4B5D-AFD7-ABE88848E8BA}" destId="{4042FEE2-05ED-4847-A167-95C1C4BCF429}" srcOrd="0" destOrd="0" presId="urn:microsoft.com/office/officeart/2009/layout/CircleArrowProcess"/>
    <dgm:cxn modelId="{26109FBE-D2E5-43C3-8195-8365D32191A2}" type="presParOf" srcId="{F28AFDC4-42A5-45A2-B56A-34B8DE7C79D6}" destId="{81AB37AF-F97A-41ED-AB6E-AAE5720F2995}" srcOrd="3" destOrd="0" presId="urn:microsoft.com/office/officeart/2009/layout/CircleArrowProcess"/>
    <dgm:cxn modelId="{91129DCE-B616-4818-B6A9-06D679865253}" type="presParOf" srcId="{F28AFDC4-42A5-45A2-B56A-34B8DE7C79D6}" destId="{00E6AD16-DB87-438B-97D4-7DBC4655068D}" srcOrd="4" destOrd="0" presId="urn:microsoft.com/office/officeart/2009/layout/CircleArrowProcess"/>
    <dgm:cxn modelId="{4BCD3100-07DC-4F01-8360-9186C5BFD540}" type="presParOf" srcId="{00E6AD16-DB87-438B-97D4-7DBC4655068D}" destId="{18220484-AF07-4D86-B638-23A72EB62D9C}" srcOrd="0" destOrd="0" presId="urn:microsoft.com/office/officeart/2009/layout/CircleArrowProcess"/>
    <dgm:cxn modelId="{1E6AA971-570F-4254-8807-EEFC18D43404}" type="presParOf" srcId="{F28AFDC4-42A5-45A2-B56A-34B8DE7C79D6}" destId="{54E24914-26B3-4162-AF65-C3999A975D2E}" srcOrd="5" destOrd="0" presId="urn:microsoft.com/office/officeart/2009/layout/CircleArrowProcess"/>
    <dgm:cxn modelId="{972E75D3-58FA-4480-BD89-D1FBD6A69C8B}" type="presParOf" srcId="{F28AFDC4-42A5-45A2-B56A-34B8DE7C79D6}" destId="{87C56569-3661-4434-B697-A68AC59DC0BF}" srcOrd="6" destOrd="0" presId="urn:microsoft.com/office/officeart/2009/layout/CircleArrowProcess"/>
    <dgm:cxn modelId="{EF0C2DB3-7012-496E-9595-096717128608}" type="presParOf" srcId="{87C56569-3661-4434-B697-A68AC59DC0BF}" destId="{A75DBF75-6DCB-4794-9254-0CD857053D1D}" srcOrd="0" destOrd="0" presId="urn:microsoft.com/office/officeart/2009/layout/CircleArrowProcess"/>
    <dgm:cxn modelId="{5336DB16-1520-4230-93B2-0263996E6CAD}" type="presParOf" srcId="{F28AFDC4-42A5-45A2-B56A-34B8DE7C79D6}" destId="{498416CF-ECF2-4EB8-9456-4790DD660E2C}" srcOrd="7" destOrd="0" presId="urn:microsoft.com/office/officeart/2009/layout/CircleArrowProcess"/>
    <dgm:cxn modelId="{99DFE505-F86E-4D21-9A7A-698274662505}" type="presParOf" srcId="{F28AFDC4-42A5-45A2-B56A-34B8DE7C79D6}" destId="{ADAC112F-0FDB-46B0-8CBE-3E9C2529AC45}" srcOrd="8" destOrd="0" presId="urn:microsoft.com/office/officeart/2009/layout/CircleArrowProcess"/>
    <dgm:cxn modelId="{B8FC024A-9258-42FA-8DE8-6A5B6AE9CBB3}" type="presParOf" srcId="{ADAC112F-0FDB-46B0-8CBE-3E9C2529AC45}" destId="{EA6FA78D-DCCB-4704-9E75-36951C4F5D45}" srcOrd="0" destOrd="0" presId="urn:microsoft.com/office/officeart/2009/layout/CircleArrowProcess"/>
    <dgm:cxn modelId="{2E375CC9-8DB1-4F4A-BA01-FD527EE68EDD}" type="presParOf" srcId="{F28AFDC4-42A5-45A2-B56A-34B8DE7C79D6}" destId="{E8867D5B-4A20-43D5-A374-888A58308725}" srcOrd="9" destOrd="0" presId="urn:microsoft.com/office/officeart/2009/layout/CircleArrowProcess"/>
    <dgm:cxn modelId="{C534776F-43AD-4109-B3B2-26F43CDCBD6F}" type="presParOf" srcId="{F28AFDC4-42A5-45A2-B56A-34B8DE7C79D6}" destId="{DDC7DC46-F98A-49A6-82AF-C8801F022910}" srcOrd="10" destOrd="0" presId="urn:microsoft.com/office/officeart/2009/layout/CircleArrowProcess"/>
    <dgm:cxn modelId="{CB41002C-740A-466C-AE1C-09224E63BB38}" type="presParOf" srcId="{DDC7DC46-F98A-49A6-82AF-C8801F022910}" destId="{129D0E3B-0468-4035-A984-B1FD9655E290}" srcOrd="0" destOrd="0" presId="urn:microsoft.com/office/officeart/2009/layout/CircleArrowProcess"/>
    <dgm:cxn modelId="{E0EFCC48-4E5D-4266-A5D7-33436CDA1F2A}" type="presParOf" srcId="{F28AFDC4-42A5-45A2-B56A-34B8DE7C79D6}" destId="{6DE71062-30A4-4E83-A6A5-623209B4AA4D}" srcOrd="11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569553-F4FE-4F67-BC98-067F6F64C653}">
      <dsp:nvSpPr>
        <dsp:cNvPr id="0" name=""/>
        <dsp:cNvSpPr/>
      </dsp:nvSpPr>
      <dsp:spPr>
        <a:xfrm>
          <a:off x="1355725" y="0"/>
          <a:ext cx="1424413" cy="1424567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FC8BF-4F7A-46F5-BEF8-F64A9AB3240F}">
      <dsp:nvSpPr>
        <dsp:cNvPr id="0" name=""/>
        <dsp:cNvSpPr/>
      </dsp:nvSpPr>
      <dsp:spPr>
        <a:xfrm>
          <a:off x="1670213" y="515857"/>
          <a:ext cx="794903" cy="39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Hour</a:t>
          </a:r>
          <a:endParaRPr lang="ko-KR" altLang="en-US" sz="1400" kern="1200" dirty="0"/>
        </a:p>
      </dsp:txBody>
      <dsp:txXfrm>
        <a:off x="1670213" y="515857"/>
        <a:ext cx="794903" cy="397188"/>
      </dsp:txXfrm>
    </dsp:sp>
    <dsp:sp modelId="{4042FEE2-05ED-4847-A167-95C1C4BCF429}">
      <dsp:nvSpPr>
        <dsp:cNvPr id="0" name=""/>
        <dsp:cNvSpPr/>
      </dsp:nvSpPr>
      <dsp:spPr>
        <a:xfrm>
          <a:off x="960010" y="818760"/>
          <a:ext cx="1424413" cy="142456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4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B37AF-F97A-41ED-AB6E-AAE5720F2995}">
      <dsp:nvSpPr>
        <dsp:cNvPr id="0" name=""/>
        <dsp:cNvSpPr/>
      </dsp:nvSpPr>
      <dsp:spPr>
        <a:xfrm>
          <a:off x="1272895" y="1336243"/>
          <a:ext cx="794903" cy="39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기간</a:t>
          </a:r>
        </a:p>
      </dsp:txBody>
      <dsp:txXfrm>
        <a:off x="1272895" y="1336243"/>
        <a:ext cx="794903" cy="397188"/>
      </dsp:txXfrm>
    </dsp:sp>
    <dsp:sp modelId="{18220484-AF07-4D86-B638-23A72EB62D9C}">
      <dsp:nvSpPr>
        <dsp:cNvPr id="0" name=""/>
        <dsp:cNvSpPr/>
      </dsp:nvSpPr>
      <dsp:spPr>
        <a:xfrm>
          <a:off x="1355725" y="1640230"/>
          <a:ext cx="1424413" cy="1424567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24914-26B3-4162-AF65-C3999A975D2E}">
      <dsp:nvSpPr>
        <dsp:cNvPr id="0" name=""/>
        <dsp:cNvSpPr/>
      </dsp:nvSpPr>
      <dsp:spPr>
        <a:xfrm>
          <a:off x="1670213" y="2156087"/>
          <a:ext cx="794903" cy="39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기온</a:t>
          </a:r>
        </a:p>
      </dsp:txBody>
      <dsp:txXfrm>
        <a:off x="1670213" y="2156087"/>
        <a:ext cx="794903" cy="397188"/>
      </dsp:txXfrm>
    </dsp:sp>
    <dsp:sp modelId="{A75DBF75-6DCB-4794-9254-0CD857053D1D}">
      <dsp:nvSpPr>
        <dsp:cNvPr id="0" name=""/>
        <dsp:cNvSpPr/>
      </dsp:nvSpPr>
      <dsp:spPr>
        <a:xfrm>
          <a:off x="960010" y="2460616"/>
          <a:ext cx="1424413" cy="142456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4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8416CF-ECF2-4EB8-9456-4790DD660E2C}">
      <dsp:nvSpPr>
        <dsp:cNvPr id="0" name=""/>
        <dsp:cNvSpPr/>
      </dsp:nvSpPr>
      <dsp:spPr>
        <a:xfrm>
          <a:off x="1272895" y="2976473"/>
          <a:ext cx="794903" cy="39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일사량</a:t>
          </a:r>
        </a:p>
      </dsp:txBody>
      <dsp:txXfrm>
        <a:off x="1272895" y="2976473"/>
        <a:ext cx="794903" cy="397188"/>
      </dsp:txXfrm>
    </dsp:sp>
    <dsp:sp modelId="{EA6FA78D-DCCB-4704-9E75-36951C4F5D45}">
      <dsp:nvSpPr>
        <dsp:cNvPr id="0" name=""/>
        <dsp:cNvSpPr/>
      </dsp:nvSpPr>
      <dsp:spPr>
        <a:xfrm>
          <a:off x="1355725" y="3279919"/>
          <a:ext cx="1424413" cy="1424567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4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867D5B-4A20-43D5-A374-888A58308725}">
      <dsp:nvSpPr>
        <dsp:cNvPr id="0" name=""/>
        <dsp:cNvSpPr/>
      </dsp:nvSpPr>
      <dsp:spPr>
        <a:xfrm>
          <a:off x="1670213" y="3795776"/>
          <a:ext cx="794903" cy="39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휴일여부</a:t>
          </a:r>
        </a:p>
      </dsp:txBody>
      <dsp:txXfrm>
        <a:off x="1670213" y="3795776"/>
        <a:ext cx="794903" cy="397188"/>
      </dsp:txXfrm>
    </dsp:sp>
    <dsp:sp modelId="{129D0E3B-0468-4035-A984-B1FD9655E290}">
      <dsp:nvSpPr>
        <dsp:cNvPr id="0" name=""/>
        <dsp:cNvSpPr/>
      </dsp:nvSpPr>
      <dsp:spPr>
        <a:xfrm>
          <a:off x="1061544" y="4194048"/>
          <a:ext cx="1223750" cy="1224618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E71062-30A4-4E83-A6A5-623209B4AA4D}">
      <dsp:nvSpPr>
        <dsp:cNvPr id="0" name=""/>
        <dsp:cNvSpPr/>
      </dsp:nvSpPr>
      <dsp:spPr>
        <a:xfrm>
          <a:off x="1193381" y="4616162"/>
          <a:ext cx="953931" cy="39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/>
            <a:t>발전 수요량</a:t>
          </a:r>
          <a:br>
            <a:rPr lang="en-US" altLang="ko-KR" sz="1200" kern="1200" dirty="0"/>
          </a:br>
          <a:r>
            <a:rPr lang="ko-KR" altLang="en-US" sz="1200" kern="1200" dirty="0"/>
            <a:t>평균</a:t>
          </a:r>
        </a:p>
      </dsp:txBody>
      <dsp:txXfrm>
        <a:off x="1193381" y="4616162"/>
        <a:ext cx="953931" cy="3971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2EB67-7711-A0CC-3DC4-9FC25158D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FF6ACA-E51D-A2C8-0EF7-81D5E3AD1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966442-58C2-B6AE-C0BC-0A9C5022A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B694-C91C-4FB0-9F38-29C47C7CA3D8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4B8018-42D8-4ECF-DA06-7D196ECE5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C9B115-5C8A-B38F-F4CF-8E64C2AAA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1FD9-4F6C-42C2-A7CB-BFFD8527B5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790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D6D5C-4F16-807C-6540-6A632E4BA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9D446F-D947-4495-8A50-3338CA46F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BC21EA-9D91-F59B-EAB9-1A4A60836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B694-C91C-4FB0-9F38-29C47C7CA3D8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7E9CF7-104D-64DE-2F6E-99D364D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44F701-8DEB-58AB-9653-E4BD4EC4E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1FD9-4F6C-42C2-A7CB-BFFD8527B5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825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B1112-829F-0D29-0575-6BD456DC8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58798C-DBE8-7CF6-9569-43741A13A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278430-A563-CBBB-9BF3-C3A796B9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B694-C91C-4FB0-9F38-29C47C7CA3D8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42795C-8086-E965-8283-AA9E378C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EA79FE-7111-798D-AFB0-B3FA15859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1FD9-4F6C-42C2-A7CB-BFFD8527B5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699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C41B9-2CD6-92DA-BB52-C3325685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9756F7-08B1-22D8-247B-74A75C500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B845BE-5E24-4DF0-291D-7E29C4834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FB2F5D-E057-12D1-94AA-0A12463B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B694-C91C-4FB0-9F38-29C47C7CA3D8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3FBE97-F901-9D41-7A6E-0B6AA95C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7CEFBF-B11B-59CC-2474-40D4C67B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1FD9-4F6C-42C2-A7CB-BFFD8527B5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01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029C05-EBD2-1568-C1BE-E2B998A39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6B9D73-9FF4-BFB8-C1AC-C61202E35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66B4D6-F1D1-2199-4E91-D2BB31D08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CA64AE-C385-DA29-C5B1-BD02C1E0D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BD0016-4200-1B69-4D16-56F19EE53F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56C9A01-327F-ADBC-FEC2-717D3D330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B694-C91C-4FB0-9F38-29C47C7CA3D8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6732A4-A9F5-9050-BC62-5BB6794BF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3DBF14B-BB47-E827-FF62-A25175B1D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1FD9-4F6C-42C2-A7CB-BFFD8527B5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581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FD1F6-422D-909E-EA37-4C39FC85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6143FE-0EFC-90F5-6445-35FFC385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B694-C91C-4FB0-9F38-29C47C7CA3D8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F9FA98-6C3D-5D00-1C22-0C25A0E1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5E9F53-B92B-F156-46C4-30E79618F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1FD9-4F6C-42C2-A7CB-BFFD8527B5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326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D7F844-B515-2878-56CC-2E8A3A15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B694-C91C-4FB0-9F38-29C47C7CA3D8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F9F51CA-ED66-2D74-AB81-28563CE7E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290EA-880D-7E68-AABE-FB7C995F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1FD9-4F6C-42C2-A7CB-BFFD8527B5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5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739C94-7590-8531-6C5A-82E74FAFC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E26F6-8849-BDEA-A225-82DEA7EB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9C81F5-2A27-CC7B-EFE3-7214CDA12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7AAD08-DFFC-8A60-25AF-30A94439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B694-C91C-4FB0-9F38-29C47C7CA3D8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90361F-6D04-53D0-CD59-73CDC8437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CBFF15-779F-2EE0-CDFD-057B2B00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1FD9-4F6C-42C2-A7CB-BFFD8527B5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01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BF99A-9C0E-4A78-E465-9346E5482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5EA8B98-08FD-DE69-A548-2104B0E75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C84C54-D6B1-D362-05F2-F98609BDA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AB7A66-E090-5C47-3EB7-3D154317B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B694-C91C-4FB0-9F38-29C47C7CA3D8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96DA1-866C-0F22-8DA9-776109D8A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EF2DED-DD07-CD91-661F-44303879D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1FD9-4F6C-42C2-A7CB-BFFD8527B5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449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875BD-3302-EB27-B1E6-12BFA341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2FD819-6451-1B4A-876B-FBB676081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801CE9-4A25-630F-8D6A-DB5D39F8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B694-C91C-4FB0-9F38-29C47C7CA3D8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C60E15-21A7-C9B3-7946-70E5DF8D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9BB43B-E246-6EA7-06EB-031522A5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1FD9-4F6C-42C2-A7CB-BFFD8527B5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036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D8E81D-707E-282D-F3A2-4E59B1049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102E57-B270-457C-C6BA-327511464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AAA653-D06D-6283-4165-3A90A025F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B694-C91C-4FB0-9F38-29C47C7CA3D8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25D968-9ABF-2368-C847-EAF2FF309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7534F5-5B7A-7735-D8C4-E65EB1345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F1FD9-4F6C-42C2-A7CB-BFFD8527B5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9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842D6D-554A-D1AF-A489-F77F08FF9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A1FCA5-9CDC-3FE8-8B99-3CAD8A2EA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DC3DF3-5794-C1EB-BDA7-FD26671B3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31B694-C91C-4FB0-9F38-29C47C7CA3D8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2BB3A4-7017-BCBD-00A3-9812B543E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D7EE7E-35AA-631A-5BD1-441390FD18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F1FD9-4F6C-42C2-A7CB-BFFD8527B5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826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F9ED0A4-DE04-C7A7-7361-6DF51F32C28C}"/>
              </a:ext>
            </a:extLst>
          </p:cNvPr>
          <p:cNvSpPr txBox="1"/>
          <p:nvPr/>
        </p:nvSpPr>
        <p:spPr>
          <a:xfrm>
            <a:off x="417737" y="244928"/>
            <a:ext cx="1420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데이터 출처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3DEC88-05AB-EF4C-08AE-4455842DBF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616"/>
          <a:stretch/>
        </p:blipFill>
        <p:spPr>
          <a:xfrm>
            <a:off x="417737" y="1982638"/>
            <a:ext cx="4037610" cy="38630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161E6F-DCE3-2760-C80B-439317075541}"/>
              </a:ext>
            </a:extLst>
          </p:cNvPr>
          <p:cNvSpPr txBox="1"/>
          <p:nvPr/>
        </p:nvSpPr>
        <p:spPr>
          <a:xfrm>
            <a:off x="417737" y="795034"/>
            <a:ext cx="509729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1. 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제주 </a:t>
            </a:r>
            <a:r>
              <a:rPr lang="ko-KR" altLang="en-US" dirty="0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전력수요량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정보</a:t>
            </a:r>
            <a:endParaRPr lang="en-US" altLang="ko-KR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r>
              <a:rPr lang="ko-KR" altLang="en-US" dirty="0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공공데이터포털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(data.go.kr)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&gt; 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시간별 제주전력수요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7065E-B06A-9F3E-1CF8-C1D30E7C7384}"/>
              </a:ext>
            </a:extLst>
          </p:cNvPr>
          <p:cNvSpPr txBox="1"/>
          <p:nvPr/>
        </p:nvSpPr>
        <p:spPr>
          <a:xfrm>
            <a:off x="6309305" y="795034"/>
            <a:ext cx="439357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2. 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제주 기상정보</a:t>
            </a:r>
            <a:endParaRPr lang="en-US" altLang="ko-KR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r>
              <a:rPr lang="ko-KR" altLang="en-US" b="0" dirty="0">
                <a:solidFill>
                  <a:srgbClr val="6A9955"/>
                </a:solidFill>
                <a:effectLst/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기상청 </a:t>
            </a:r>
            <a:r>
              <a:rPr lang="ko-KR" altLang="en-US" b="0" dirty="0" err="1">
                <a:solidFill>
                  <a:srgbClr val="6A9955"/>
                </a:solidFill>
                <a:effectLst/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기상자료개방포털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(data.kma.go.kr)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endParaRPr lang="en-US" altLang="ko-KR" b="0" dirty="0">
              <a:solidFill>
                <a:srgbClr val="6A9955"/>
              </a:solidFill>
              <a:effectLst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&gt;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데이터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&gt;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기상관측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&gt;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지상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&gt;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자료</a:t>
            </a:r>
            <a:endParaRPr lang="ko-KR" altLang="en-US" b="0" dirty="0">
              <a:solidFill>
                <a:srgbClr val="CCCCCC"/>
              </a:solidFill>
              <a:effectLst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DE0CE23-F204-845A-C451-CFB195EDB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817" y="1982638"/>
            <a:ext cx="5380186" cy="21385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61923B-9696-2C5A-047F-D168E0F72362}"/>
              </a:ext>
            </a:extLst>
          </p:cNvPr>
          <p:cNvSpPr txBox="1"/>
          <p:nvPr/>
        </p:nvSpPr>
        <p:spPr>
          <a:xfrm>
            <a:off x="6203507" y="5019778"/>
            <a:ext cx="5570756" cy="646331"/>
          </a:xfrm>
          <a:prstGeom prst="rect">
            <a:avLst/>
          </a:prstGeom>
          <a:solidFill>
            <a:srgbClr val="FFFF00">
              <a:alpha val="18824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※ </a:t>
            </a:r>
            <a:r>
              <a:rPr lang="ko-KR" altLang="en-US" dirty="0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발전수요량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자료가 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2024.9.30.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까지만 제공된 상황으로</a:t>
            </a:r>
            <a:endParaRPr lang="en-US" altLang="ko-KR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동일기간에 대한 기상자료를 적용하여 분석하였습니다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31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F9ED0A4-DE04-C7A7-7361-6DF51F32C28C}"/>
              </a:ext>
            </a:extLst>
          </p:cNvPr>
          <p:cNvSpPr txBox="1"/>
          <p:nvPr/>
        </p:nvSpPr>
        <p:spPr>
          <a:xfrm>
            <a:off x="417737" y="244928"/>
            <a:ext cx="165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데이터 </a:t>
            </a:r>
            <a:r>
              <a:rPr lang="ko-KR" altLang="en-US" sz="2000" dirty="0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전처리</a:t>
            </a:r>
            <a:endParaRPr lang="ko-KR" altLang="en-US" sz="200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31869A-2C42-721D-73BC-97FFB083C2CD}"/>
              </a:ext>
            </a:extLst>
          </p:cNvPr>
          <p:cNvSpPr txBox="1"/>
          <p:nvPr/>
        </p:nvSpPr>
        <p:spPr>
          <a:xfrm>
            <a:off x="417737" y="4207371"/>
            <a:ext cx="4129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3) </a:t>
            </a:r>
            <a:r>
              <a:rPr lang="ko-KR" altLang="en-US" sz="2000" dirty="0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결측치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: 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각 컬럼의 평균값으로 대체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9B4588-EF82-EAF4-C035-B3CF470C7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79" y="4708444"/>
            <a:ext cx="5087060" cy="9050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D15B05-7D6F-C4B2-1084-ECE538D38748}"/>
              </a:ext>
            </a:extLst>
          </p:cNvPr>
          <p:cNvSpPr txBox="1"/>
          <p:nvPr/>
        </p:nvSpPr>
        <p:spPr>
          <a:xfrm>
            <a:off x="417737" y="983628"/>
            <a:ext cx="5208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1) </a:t>
            </a:r>
            <a:r>
              <a:rPr lang="ko-KR" altLang="en-US" sz="2000" dirty="0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발전수요량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데이터 형태 변환 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(pivot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-&gt;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melt)</a:t>
            </a:r>
            <a:endParaRPr lang="ko-KR" altLang="en-US" sz="200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5937E9C-07C4-24B0-17E8-106D5090A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19" y="1383738"/>
            <a:ext cx="5420481" cy="9240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CED7B9E-A175-EEF4-C933-E86D7F3A846D}"/>
              </a:ext>
            </a:extLst>
          </p:cNvPr>
          <p:cNvSpPr txBox="1"/>
          <p:nvPr/>
        </p:nvSpPr>
        <p:spPr>
          <a:xfrm>
            <a:off x="417737" y="2714457"/>
            <a:ext cx="4610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2) 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데이터 병합 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</a:t>
            </a:r>
            <a:r>
              <a:rPr lang="ko-KR" altLang="en-US" sz="2000" dirty="0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발전수요량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+ 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기후 데이터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)</a:t>
            </a:r>
            <a:endParaRPr lang="ko-KR" altLang="en-US" sz="200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2261185-9D49-FE15-09E0-C673DFA92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19" y="3171789"/>
            <a:ext cx="6649378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36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F9ED0A4-DE04-C7A7-7361-6DF51F32C28C}"/>
              </a:ext>
            </a:extLst>
          </p:cNvPr>
          <p:cNvSpPr txBox="1"/>
          <p:nvPr/>
        </p:nvSpPr>
        <p:spPr>
          <a:xfrm>
            <a:off x="417737" y="244928"/>
            <a:ext cx="165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데이터 </a:t>
            </a:r>
            <a:r>
              <a:rPr lang="ko-KR" altLang="en-US" sz="2000" dirty="0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전처리</a:t>
            </a:r>
            <a:endParaRPr lang="ko-KR" altLang="en-US" sz="200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D15B05-7D6F-C4B2-1084-ECE538D38748}"/>
              </a:ext>
            </a:extLst>
          </p:cNvPr>
          <p:cNvSpPr txBox="1"/>
          <p:nvPr/>
        </p:nvSpPr>
        <p:spPr>
          <a:xfrm>
            <a:off x="417737" y="949698"/>
            <a:ext cx="4320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4) ‘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일시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’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컬럼 날짜형으로 데이터형 변환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EE149F-B071-CF27-E852-3D7F152E0F17}"/>
              </a:ext>
            </a:extLst>
          </p:cNvPr>
          <p:cNvSpPr txBox="1"/>
          <p:nvPr/>
        </p:nvSpPr>
        <p:spPr>
          <a:xfrm>
            <a:off x="417737" y="2304969"/>
            <a:ext cx="2141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5) ‘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휴일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’ 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컬럼 추가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AB8716-8959-2871-10AE-EFD80151A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4" y="1416310"/>
            <a:ext cx="4191585" cy="4763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9CC2E88-0797-F033-8147-95B8CA4DB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4" y="2757314"/>
            <a:ext cx="8697539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91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F9ED0A4-DE04-C7A7-7361-6DF51F32C28C}"/>
              </a:ext>
            </a:extLst>
          </p:cNvPr>
          <p:cNvSpPr txBox="1"/>
          <p:nvPr/>
        </p:nvSpPr>
        <p:spPr>
          <a:xfrm>
            <a:off x="417737" y="244928"/>
            <a:ext cx="2358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주요 요인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컬럼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) 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선택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D15B05-7D6F-C4B2-1084-ECE538D38748}"/>
              </a:ext>
            </a:extLst>
          </p:cNvPr>
          <p:cNvSpPr txBox="1"/>
          <p:nvPr/>
        </p:nvSpPr>
        <p:spPr>
          <a:xfrm>
            <a:off x="417737" y="983628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1) 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FC515-850F-9FB9-35BA-6C5EB21E0A18}"/>
              </a:ext>
            </a:extLst>
          </p:cNvPr>
          <p:cNvSpPr txBox="1"/>
          <p:nvPr/>
        </p:nvSpPr>
        <p:spPr>
          <a:xfrm>
            <a:off x="693310" y="1526781"/>
            <a:ext cx="4417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전력 수요량이 시간대별 편차가 크다는 사전지식을 이용해 시간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(hour) 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요인 선택</a:t>
            </a:r>
            <a:endParaRPr lang="en-US" altLang="ko-KR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ADE140-4206-ABF4-9E43-080CB8A6E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086" y="1183683"/>
            <a:ext cx="5449060" cy="46107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3926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F9ED0A4-DE04-C7A7-7361-6DF51F32C28C}"/>
              </a:ext>
            </a:extLst>
          </p:cNvPr>
          <p:cNvSpPr txBox="1"/>
          <p:nvPr/>
        </p:nvSpPr>
        <p:spPr>
          <a:xfrm>
            <a:off x="417737" y="244928"/>
            <a:ext cx="2358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주요 요인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컬럼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) 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선택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D15B05-7D6F-C4B2-1084-ECE538D38748}"/>
              </a:ext>
            </a:extLst>
          </p:cNvPr>
          <p:cNvSpPr txBox="1"/>
          <p:nvPr/>
        </p:nvSpPr>
        <p:spPr>
          <a:xfrm>
            <a:off x="417737" y="983628"/>
            <a:ext cx="1471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2) 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기온 선택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B05D64-009D-A465-808B-D5C977763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532" y="872148"/>
            <a:ext cx="5686797" cy="569258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3EE3F4C-55FC-AFFC-834D-90C5A9662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54" y="1515737"/>
            <a:ext cx="3801005" cy="14098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460BBD-D144-C8F3-D654-659FFE3CADF7}"/>
              </a:ext>
            </a:extLst>
          </p:cNvPr>
          <p:cNvSpPr txBox="1"/>
          <p:nvPr/>
        </p:nvSpPr>
        <p:spPr>
          <a:xfrm>
            <a:off x="417737" y="3600509"/>
            <a:ext cx="45951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상관관계를 확인하기 위해</a:t>
            </a:r>
            <a:endParaRPr lang="en-US" altLang="ko-KR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Min-max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scale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을 적용하여 각 컬럼별 값의 범위를 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0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과 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1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사이 값으로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표준화한 후 상관계수와 </a:t>
            </a:r>
            <a:r>
              <a:rPr lang="en-US" altLang="ko-KR" dirty="0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pairplot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확인</a:t>
            </a:r>
            <a:endParaRPr lang="en-US" altLang="ko-KR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endParaRPr lang="en-US" altLang="ko-KR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marL="342900" indent="-342900">
              <a:buAutoNum type="arabicParenR"/>
            </a:pP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상관계수는 </a:t>
            </a:r>
            <a:r>
              <a:rPr lang="ko-KR" altLang="en-US" dirty="0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발전수요량에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큰 영향이 없는 것처럼 보이지만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</a:t>
            </a:r>
            <a:r>
              <a:rPr lang="en-US" altLang="ko-KR" dirty="0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pairplot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을 통해 기온이 가장 뚜렷한 연관성이 있는 것을 확인</a:t>
            </a:r>
            <a:endParaRPr lang="en-US" altLang="ko-KR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65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F9ED0A4-DE04-C7A7-7361-6DF51F32C28C}"/>
              </a:ext>
            </a:extLst>
          </p:cNvPr>
          <p:cNvSpPr txBox="1"/>
          <p:nvPr/>
        </p:nvSpPr>
        <p:spPr>
          <a:xfrm>
            <a:off x="417737" y="244928"/>
            <a:ext cx="2358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주요 요인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컬럼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) 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선택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D15B05-7D6F-C4B2-1084-ECE538D38748}"/>
              </a:ext>
            </a:extLst>
          </p:cNvPr>
          <p:cNvSpPr txBox="1"/>
          <p:nvPr/>
        </p:nvSpPr>
        <p:spPr>
          <a:xfrm>
            <a:off x="417737" y="983628"/>
            <a:ext cx="1707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3) 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일사량 선택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460BBD-D144-C8F3-D654-659FFE3CADF7}"/>
              </a:ext>
            </a:extLst>
          </p:cNvPr>
          <p:cNvSpPr txBox="1"/>
          <p:nvPr/>
        </p:nvSpPr>
        <p:spPr>
          <a:xfrm>
            <a:off x="417737" y="1722328"/>
            <a:ext cx="45951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19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도를 기준으로 좌우 대칭인 기온의 특징을 활용하여 기온 편차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(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기온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-19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도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) 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컬럼을 </a:t>
            </a:r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Min-Max Scale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을 이용한 표준화</a:t>
            </a:r>
            <a:endParaRPr lang="en-US" altLang="ko-KR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pPr marL="342900" indent="-342900">
              <a:buAutoNum type="arabicParenR"/>
            </a:pPr>
            <a:endParaRPr lang="en-US" altLang="ko-KR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  <a:p>
            <a:r>
              <a:rPr lang="en-US" altLang="ko-KR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2) 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기온 편차에 일사량을 더한 그래프가 </a:t>
            </a:r>
            <a:r>
              <a:rPr lang="ko-KR" altLang="en-US" dirty="0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발전수요량과</a:t>
            </a:r>
            <a:r>
              <a:rPr lang="ko-KR" altLang="en-US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매우 유사한 패턴을 보이는 것을 확인하고 일사량 선택</a:t>
            </a:r>
            <a:endParaRPr lang="en-US" altLang="ko-KR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5B243C8-8929-3911-90CA-BC80A76E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282" y="983628"/>
            <a:ext cx="52578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15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F9ED0A4-DE04-C7A7-7361-6DF51F32C28C}"/>
              </a:ext>
            </a:extLst>
          </p:cNvPr>
          <p:cNvSpPr txBox="1"/>
          <p:nvPr/>
        </p:nvSpPr>
        <p:spPr>
          <a:xfrm>
            <a:off x="417737" y="244928"/>
            <a:ext cx="2585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err="1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발전수요량</a:t>
            </a:r>
            <a:r>
              <a:rPr lang="ko-KR" altLang="en-US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예측 </a:t>
            </a:r>
            <a:r>
              <a:rPr lang="en-US" altLang="ko-KR" sz="2000" dirty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Logic</a:t>
            </a:r>
            <a:endParaRPr lang="ko-KR" altLang="en-US" sz="200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4178B99-4328-3576-0308-E90D29953684}"/>
              </a:ext>
            </a:extLst>
          </p:cNvPr>
          <p:cNvGrpSpPr/>
          <p:nvPr/>
        </p:nvGrpSpPr>
        <p:grpSpPr>
          <a:xfrm>
            <a:off x="2032000" y="719666"/>
            <a:ext cx="5914795" cy="5418667"/>
            <a:chOff x="2032000" y="719666"/>
            <a:chExt cx="5914795" cy="5418667"/>
          </a:xfrm>
        </p:grpSpPr>
        <p:sp>
          <p:nvSpPr>
            <p:cNvPr id="20" name="순서도: 연결자 19">
              <a:extLst>
                <a:ext uri="{FF2B5EF4-FFF2-40B4-BE49-F238E27FC236}">
                  <a16:creationId xmlns:a16="http://schemas.microsoft.com/office/drawing/2014/main" id="{DDCC3012-6885-2286-0611-F2E61C6D970C}"/>
                </a:ext>
              </a:extLst>
            </p:cNvPr>
            <p:cNvSpPr/>
            <p:nvPr/>
          </p:nvSpPr>
          <p:spPr>
            <a:xfrm>
              <a:off x="3236633" y="5052767"/>
              <a:ext cx="942680" cy="942680"/>
            </a:xfrm>
            <a:prstGeom prst="flowChartConnector">
              <a:avLst/>
            </a:pr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CJK KR Regular" panose="020B0500000000000000" pitchFamily="34" charset="-127"/>
                <a:ea typeface="Noto Sans CJK KR Regular" panose="020B0500000000000000" pitchFamily="34" charset="-127"/>
              </a:endParaRPr>
            </a:p>
          </p:txBody>
        </p:sp>
        <p:graphicFrame>
          <p:nvGraphicFramePr>
            <p:cNvPr id="4" name="다이어그램 3">
              <a:extLst>
                <a:ext uri="{FF2B5EF4-FFF2-40B4-BE49-F238E27FC236}">
                  <a16:creationId xmlns:a16="http://schemas.microsoft.com/office/drawing/2014/main" id="{92733198-7397-F352-39B1-1B5BD17963A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87976920"/>
                </p:ext>
              </p:extLst>
            </p:nvPr>
          </p:nvGraphicFramePr>
          <p:xfrm>
            <a:off x="2032000" y="719666"/>
            <a:ext cx="374015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ECC3C8E2-DBD6-08D5-0C10-A868131702F3}"/>
                </a:ext>
              </a:extLst>
            </p:cNvPr>
            <p:cNvSpPr/>
            <p:nvPr/>
          </p:nvSpPr>
          <p:spPr>
            <a:xfrm flipH="1">
              <a:off x="4906734" y="1187314"/>
              <a:ext cx="3040061" cy="484632"/>
            </a:xfrm>
            <a:prstGeom prst="homePlat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95000">
                  <a:schemeClr val="accent4">
                    <a:lumMod val="60000"/>
                    <a:lumOff val="40000"/>
                  </a:schemeClr>
                </a:gs>
              </a:gsLst>
              <a:lin ang="18900000" scaled="1"/>
              <a:tileRect/>
            </a:gradFill>
            <a:ln>
              <a:solidFill>
                <a:srgbClr val="156082">
                  <a:alpha val="16863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r>
                <a:rPr lang="en-US" altLang="ko-KR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1</a:t>
              </a:r>
              <a:r>
                <a:rPr lang="ko-KR" altLang="en-US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시간</a:t>
              </a:r>
            </a:p>
          </p:txBody>
        </p:sp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B79CA47D-E5E6-8D89-9B40-5F2C4CBAFCB7}"/>
                </a:ext>
              </a:extLst>
            </p:cNvPr>
            <p:cNvSpPr/>
            <p:nvPr/>
          </p:nvSpPr>
          <p:spPr>
            <a:xfrm flipH="1">
              <a:off x="4906733" y="1979190"/>
              <a:ext cx="3040061" cy="484632"/>
            </a:xfrm>
            <a:prstGeom prst="homePlat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95000">
                  <a:schemeClr val="accent4">
                    <a:lumMod val="60000"/>
                    <a:lumOff val="40000"/>
                  </a:schemeClr>
                </a:gs>
              </a:gsLst>
              <a:lin ang="18900000" scaled="1"/>
              <a:tileRect/>
            </a:gradFill>
            <a:ln>
              <a:solidFill>
                <a:srgbClr val="156082">
                  <a:alpha val="16863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r>
                <a:rPr lang="en-US" altLang="ko-KR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2024.9.30.</a:t>
              </a:r>
              <a:r>
                <a:rPr lang="ko-KR" altLang="en-US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이전 날짜 적용시 </a:t>
              </a:r>
              <a:r>
                <a:rPr lang="en-US" altLang="ko-KR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:  45</a:t>
              </a:r>
              <a:r>
                <a:rPr lang="ko-KR" altLang="en-US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일</a:t>
              </a:r>
              <a:endParaRPr lang="en-US" altLang="ko-KR" sz="1200" dirty="0">
                <a:solidFill>
                  <a:schemeClr val="tx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2024.9.30.</a:t>
              </a:r>
              <a:r>
                <a:rPr lang="ko-KR" altLang="en-US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이후 날짜 적용시 </a:t>
              </a:r>
              <a:r>
                <a:rPr lang="en-US" altLang="ko-KR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:   1</a:t>
              </a:r>
              <a:r>
                <a:rPr lang="ko-KR" altLang="en-US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년</a:t>
              </a:r>
            </a:p>
          </p:txBody>
        </p:sp>
        <p:sp>
          <p:nvSpPr>
            <p:cNvPr id="16" name="화살표: 오각형 15">
              <a:extLst>
                <a:ext uri="{FF2B5EF4-FFF2-40B4-BE49-F238E27FC236}">
                  <a16:creationId xmlns:a16="http://schemas.microsoft.com/office/drawing/2014/main" id="{61C6E985-4E24-279F-24A4-A55B6DEBFB57}"/>
                </a:ext>
              </a:extLst>
            </p:cNvPr>
            <p:cNvSpPr/>
            <p:nvPr/>
          </p:nvSpPr>
          <p:spPr>
            <a:xfrm flipH="1">
              <a:off x="4906734" y="2817177"/>
              <a:ext cx="3040061" cy="484632"/>
            </a:xfrm>
            <a:prstGeom prst="homePlat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95000">
                  <a:schemeClr val="accent4">
                    <a:lumMod val="60000"/>
                    <a:lumOff val="40000"/>
                  </a:schemeClr>
                </a:gs>
              </a:gsLst>
              <a:lin ang="18900000" scaled="1"/>
              <a:tileRect/>
            </a:gradFill>
            <a:ln>
              <a:solidFill>
                <a:srgbClr val="156082">
                  <a:alpha val="16863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r>
                <a:rPr lang="ko-KR" altLang="en-US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평균기온 </a:t>
              </a:r>
              <a:r>
                <a:rPr lang="en-US" altLang="ko-KR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± 1.0</a:t>
              </a:r>
              <a:r>
                <a:rPr lang="ko-KR" altLang="en-US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℃</a:t>
              </a:r>
            </a:p>
          </p:txBody>
        </p:sp>
        <p:sp>
          <p:nvSpPr>
            <p:cNvPr id="17" name="화살표: 오각형 16">
              <a:extLst>
                <a:ext uri="{FF2B5EF4-FFF2-40B4-BE49-F238E27FC236}">
                  <a16:creationId xmlns:a16="http://schemas.microsoft.com/office/drawing/2014/main" id="{83EC2875-4AA5-C06C-CA75-B422A031FF17}"/>
                </a:ext>
              </a:extLst>
            </p:cNvPr>
            <p:cNvSpPr/>
            <p:nvPr/>
          </p:nvSpPr>
          <p:spPr>
            <a:xfrm flipH="1">
              <a:off x="4906733" y="3581439"/>
              <a:ext cx="3040061" cy="484632"/>
            </a:xfrm>
            <a:prstGeom prst="homePlat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95000">
                  <a:schemeClr val="accent4">
                    <a:lumMod val="60000"/>
                    <a:lumOff val="40000"/>
                  </a:schemeClr>
                </a:gs>
              </a:gsLst>
              <a:lin ang="18900000" scaled="1"/>
              <a:tileRect/>
            </a:gradFill>
            <a:ln>
              <a:solidFill>
                <a:srgbClr val="156082">
                  <a:alpha val="16863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r>
                <a:rPr lang="ko-KR" altLang="en-US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구간별</a:t>
              </a:r>
              <a:endParaRPr lang="en-US" altLang="ko-KR" sz="1200" dirty="0">
                <a:solidFill>
                  <a:schemeClr val="tx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(0~1, 1~2, 2~3)</a:t>
              </a:r>
              <a:endParaRPr lang="ko-KR" altLang="en-US" sz="1200" dirty="0">
                <a:solidFill>
                  <a:schemeClr val="tx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endParaRPr>
            </a:p>
          </p:txBody>
        </p:sp>
        <p:sp>
          <p:nvSpPr>
            <p:cNvPr id="18" name="화살표: 오각형 17">
              <a:extLst>
                <a:ext uri="{FF2B5EF4-FFF2-40B4-BE49-F238E27FC236}">
                  <a16:creationId xmlns:a16="http://schemas.microsoft.com/office/drawing/2014/main" id="{E63CBF01-6C34-D303-DD49-518C72E8F084}"/>
                </a:ext>
              </a:extLst>
            </p:cNvPr>
            <p:cNvSpPr/>
            <p:nvPr/>
          </p:nvSpPr>
          <p:spPr>
            <a:xfrm flipH="1">
              <a:off x="4906734" y="4448014"/>
              <a:ext cx="3040061" cy="484632"/>
            </a:xfrm>
            <a:prstGeom prst="homePlat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95000">
                  <a:schemeClr val="accent4">
                    <a:lumMod val="60000"/>
                    <a:lumOff val="40000"/>
                  </a:schemeClr>
                </a:gs>
              </a:gsLst>
              <a:lin ang="18900000" scaled="1"/>
              <a:tileRect/>
            </a:gradFill>
            <a:ln>
              <a:solidFill>
                <a:srgbClr val="156082">
                  <a:alpha val="16863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r>
                <a:rPr lang="ko-KR" altLang="en-US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휴일</a:t>
              </a:r>
              <a:endParaRPr lang="en-US" altLang="ko-KR" sz="1200" dirty="0">
                <a:solidFill>
                  <a:schemeClr val="tx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endParaRPr>
            </a:p>
            <a:p>
              <a:r>
                <a:rPr lang="en-US" altLang="ko-KR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주말</a:t>
              </a:r>
              <a:r>
                <a:rPr lang="en-US" altLang="ko-KR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 </a:t>
              </a:r>
              <a:r>
                <a:rPr lang="ko-KR" altLang="en-US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및 공휴일</a:t>
              </a:r>
              <a:r>
                <a:rPr lang="en-US" altLang="ko-KR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)</a:t>
              </a:r>
              <a:endParaRPr lang="ko-KR" altLang="en-US" sz="1200" dirty="0">
                <a:solidFill>
                  <a:schemeClr val="tx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endParaRPr>
            </a:p>
          </p:txBody>
        </p:sp>
        <p:sp>
          <p:nvSpPr>
            <p:cNvPr id="19" name="화살표: 오각형 18">
              <a:extLst>
                <a:ext uri="{FF2B5EF4-FFF2-40B4-BE49-F238E27FC236}">
                  <a16:creationId xmlns:a16="http://schemas.microsoft.com/office/drawing/2014/main" id="{EAF45ABC-6DB9-5493-A924-113882C004C5}"/>
                </a:ext>
              </a:extLst>
            </p:cNvPr>
            <p:cNvSpPr/>
            <p:nvPr/>
          </p:nvSpPr>
          <p:spPr>
            <a:xfrm flipH="1">
              <a:off x="4906733" y="5212276"/>
              <a:ext cx="3040061" cy="484632"/>
            </a:xfrm>
            <a:prstGeom prst="homePlat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95000">
                  <a:srgbClr val="FFFF00"/>
                </a:gs>
              </a:gsLst>
              <a:lin ang="18900000" scaled="1"/>
              <a:tileRect/>
            </a:gradFill>
            <a:ln>
              <a:solidFill>
                <a:srgbClr val="156082">
                  <a:alpha val="16863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r>
                <a:rPr lang="ko-KR" altLang="en-US" sz="1200" dirty="0">
                  <a:solidFill>
                    <a:schemeClr val="tx1"/>
                  </a:solidFill>
                  <a:latin typeface="Noto Sans CJK KR Regular" panose="020B0500000000000000" pitchFamily="34" charset="-127"/>
                  <a:ea typeface="Noto Sans CJK KR Regular" panose="020B0500000000000000" pitchFamily="34" charset="-127"/>
                </a:rPr>
                <a:t>예측치로 적용</a:t>
              </a: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DFE4965-CFC4-42BB-9F58-778E325900B2}"/>
              </a:ext>
            </a:extLst>
          </p:cNvPr>
          <p:cNvSpPr/>
          <p:nvPr/>
        </p:nvSpPr>
        <p:spPr>
          <a:xfrm>
            <a:off x="4906733" y="560516"/>
            <a:ext cx="3040061" cy="484632"/>
          </a:xfrm>
          <a:prstGeom prst="rect">
            <a:avLst/>
          </a:prstGeom>
          <a:gradFill flip="none" rotWithShape="1">
            <a:gsLst>
              <a:gs pos="81000">
                <a:schemeClr val="bg1"/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필터 조건</a:t>
            </a:r>
          </a:p>
        </p:txBody>
      </p:sp>
    </p:spTree>
    <p:extLst>
      <p:ext uri="{BB962C8B-B14F-4D97-AF65-F5344CB8AC3E}">
        <p14:creationId xmlns:p14="http://schemas.microsoft.com/office/powerpoint/2010/main" val="1131559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274</Words>
  <Application>Microsoft Office PowerPoint</Application>
  <PresentationFormat>와이드스크린</PresentationFormat>
  <Paragraphs>46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Noto Sans CJK KR Regular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K</dc:creator>
  <cp:lastModifiedBy>SY K</cp:lastModifiedBy>
  <cp:revision>2</cp:revision>
  <dcterms:created xsi:type="dcterms:W3CDTF">2025-01-07T05:33:52Z</dcterms:created>
  <dcterms:modified xsi:type="dcterms:W3CDTF">2025-01-07T09:38:33Z</dcterms:modified>
</cp:coreProperties>
</file>